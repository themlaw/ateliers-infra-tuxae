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touan Constance" userId="f503502008f4d583" providerId="LiveId" clId="{2E597C9C-6A57-4A2C-9036-902C4526F862}"/>
    <pc:docChg chg="modSld">
      <pc:chgData name="Titouan Constance" userId="f503502008f4d583" providerId="LiveId" clId="{2E597C9C-6A57-4A2C-9036-902C4526F862}" dt="2026-02-25T14:56:26.717" v="3" actId="20577"/>
      <pc:docMkLst>
        <pc:docMk/>
      </pc:docMkLst>
      <pc:sldChg chg="modSp mod">
        <pc:chgData name="Titouan Constance" userId="f503502008f4d583" providerId="LiveId" clId="{2E597C9C-6A57-4A2C-9036-902C4526F862}" dt="2026-02-25T14:56:26.717" v="3" actId="20577"/>
        <pc:sldMkLst>
          <pc:docMk/>
          <pc:sldMk cId="874530051" sldId="264"/>
        </pc:sldMkLst>
        <pc:spChg chg="mod">
          <ac:chgData name="Titouan Constance" userId="f503502008f4d583" providerId="LiveId" clId="{2E597C9C-6A57-4A2C-9036-902C4526F862}" dt="2026-02-25T14:56:26.717" v="3" actId="20577"/>
          <ac:spMkLst>
            <pc:docMk/>
            <pc:sldMk cId="874530051" sldId="264"/>
            <ac:spMk id="4" creationId="{F847C79E-7AA3-AED2-771B-853DFFE665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250103-D459-55E9-6B38-8F9DA6E96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CF59B26-F7D0-EC44-1675-BD92289F8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23CC45-AF66-8991-21A3-393D55FB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CD03-A285-44F3-8AE7-AA64CF376407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8D4923-2BE8-867E-21C6-4AAA2956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6399E5-8521-A7C3-B158-7688F938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0D665-7236-424D-9916-079A82ABE3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868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32897F-FD56-1178-5C67-3330F50E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8B31B8-2C80-ABC8-9DB3-7103FC5E2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908965-33B9-613B-65B4-2581D52C4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CD03-A285-44F3-8AE7-AA64CF376407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09138B-7B59-C9D6-E031-EADDDDC5C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C73914-8536-7CEB-8EE3-4F012379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0D665-7236-424D-9916-079A82ABE3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005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400F0A-4CA6-6F54-E827-0E75AF951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4E447E-A468-702A-9116-076131F81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FF5ADE-95A4-EF99-9FDF-A89EF001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CD03-A285-44F3-8AE7-AA64CF376407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08D2E8-9A73-08BC-A961-3D9132A1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128F1E-FEAB-9DD1-79CC-B44D2D2A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0D665-7236-424D-9916-079A82ABE3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607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A0D800-8BF0-BC62-2870-D31AF8544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911E8-3BB7-A916-D885-C080BA87B5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E68215-25DE-C994-ED05-13F6D00F0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7E411FA-A15C-19BC-5838-69A40A9B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CD03-A285-44F3-8AE7-AA64CF376407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300FC4-4D08-9260-1046-C8673670D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71F507-DB4D-4FB8-C4C5-642FBD13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0D665-7236-424D-9916-079A82ABE3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147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5C4FAB-B6ED-F6B7-43C5-0A30CCEE9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A5048F-308A-1D64-D98C-66FACB82D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C4883E0-E85C-5AE3-DBAE-ECB6BF337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F7D2C5E-796C-41A4-772D-E3EDC8B69A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ACA20CC-E227-3070-D83B-FCCC7F1DF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DC623E9-DA69-6CDD-3BE1-7E304B58B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CD03-A285-44F3-8AE7-AA64CF376407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95281CE-8C17-CA98-F3A4-033F1826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0A0FD63-0B65-1A25-F5BB-7D740808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0D665-7236-424D-9916-079A82ABE3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980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8DC41B-0C05-0DDE-2B59-A51658625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FB77E6A-8942-14A8-24A7-02FD35A6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CD03-A285-44F3-8AE7-AA64CF376407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700DD14-6422-CE9B-63B8-1F0A4C10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E3D847-5640-2EE4-5667-3664A1B5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0D665-7236-424D-9916-079A82ABE3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413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5AD1918-2913-26E6-667C-1E251AE0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CD03-A285-44F3-8AE7-AA64CF376407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DFB1B09-1100-6AE0-1F1E-B1A35387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966D39-1861-DF81-3D9F-369ADBCC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0D665-7236-424D-9916-079A82ABE3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8171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43CBB1-3D71-DA6D-CB45-167B8D9F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787CF1-2F07-B04C-CFD4-7DB0D5306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70FB426-4F3D-496E-2D81-18A960139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7F43FE-55E3-3494-F029-005A41289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CD03-A285-44F3-8AE7-AA64CF376407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DC8E0E-11A2-1645-0D4E-692B27A6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9155A9-01B7-988F-3610-DDB32167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0D665-7236-424D-9916-079A82ABE3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5807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835B80-6C6F-8D49-5772-DE7373826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D2AAAA4-96FA-F985-B1EA-CBCF2A366F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C8CA054-87F4-634B-024F-505CF5DFC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A217BE-943B-2F85-7B52-52C5C0C2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CD03-A285-44F3-8AE7-AA64CF376407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243537-A96A-F592-7B36-E4CF34A50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C1A643-608B-D0CF-27A8-C0F248BB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0D665-7236-424D-9916-079A82ABE3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6732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39C850-1B43-7418-C3DB-901E21306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08E4234-BDBA-B5BA-9614-958959449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8B3EAE-66DC-2C59-9CAB-C90E6B01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CD03-A285-44F3-8AE7-AA64CF376407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089A39-7AA9-AB0E-BA52-CBCDFF45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6FCD18-3E6D-0B28-AF4D-B7224E52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0D665-7236-424D-9916-079A82ABE3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4211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D9661E5-719D-F0F8-4C2E-F4083D222D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17A191-0F34-2A48-FEA8-D6A44C22D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21E2C8-F58E-8EB5-897E-EF7043D47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CD03-A285-44F3-8AE7-AA64CF376407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C36AE1-5EBF-5B91-2E19-A0FD8EB53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D5BDF2-1172-44DC-D059-8A392B09B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0D665-7236-424D-9916-079A82ABE3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845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77D7D9B-05BC-4673-DDA8-FFACC25AC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807691-E17F-0E6D-35AE-30F437301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49DA34-F1E7-0278-B798-609D94AE3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BCD03-A285-44F3-8AE7-AA64CF376407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998A08-AD0C-8266-3F3E-0C7FDCE66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BA36C5-6470-81B4-0008-460DBF649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0D665-7236-424D-9916-079A82ABE3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5633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872DB6-180A-6143-5461-5CA65AE6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0124" y="476250"/>
            <a:ext cx="3057525" cy="1181100"/>
          </a:xfrm>
        </p:spPr>
        <p:txBody>
          <a:bodyPr/>
          <a:lstStyle/>
          <a:p>
            <a:r>
              <a:rPr lang="fr-FR" dirty="0"/>
              <a:t>[ </a:t>
            </a:r>
            <a:r>
              <a:rPr lang="fr-FR" dirty="0" err="1"/>
              <a:t>Tuxae</a:t>
            </a:r>
            <a:r>
              <a:rPr lang="fr-FR" dirty="0"/>
              <a:t> ]</a:t>
            </a:r>
          </a:p>
        </p:txBody>
      </p:sp>
      <p:pic>
        <p:nvPicPr>
          <p:cNvPr id="1026" name="Picture 2" descr="Docker Logo, symbol, meaning, history, PNG, brand">
            <a:extLst>
              <a:ext uri="{FF2B5EF4-FFF2-40B4-BE49-F238E27FC236}">
                <a16:creationId xmlns:a16="http://schemas.microsoft.com/office/drawing/2014/main" id="{0CB81FF0-A741-D0D2-993D-25B76C410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553" y="1066800"/>
            <a:ext cx="7789333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EC425C4-7413-1A10-9CE9-A5E7AE236330}"/>
              </a:ext>
            </a:extLst>
          </p:cNvPr>
          <p:cNvSpPr txBox="1"/>
          <p:nvPr/>
        </p:nvSpPr>
        <p:spPr>
          <a:xfrm>
            <a:off x="495300" y="5943600"/>
            <a:ext cx="549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[ Atelier Infra ] / [ 1 .  Introduction à Docker ]</a:t>
            </a:r>
          </a:p>
        </p:txBody>
      </p:sp>
    </p:spTree>
    <p:extLst>
      <p:ext uri="{BB962C8B-B14F-4D97-AF65-F5344CB8AC3E}">
        <p14:creationId xmlns:p14="http://schemas.microsoft.com/office/powerpoint/2010/main" val="44121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00B05A-3211-491B-8D7F-7228F3FC9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536" y="18255"/>
            <a:ext cx="4474464" cy="1325563"/>
          </a:xfrm>
        </p:spPr>
        <p:txBody>
          <a:bodyPr/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93322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1B6E0C-02C0-4E56-F1C0-7EADAF02F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Mainframes</a:t>
            </a:r>
          </a:p>
        </p:txBody>
      </p:sp>
      <p:pic>
        <p:nvPicPr>
          <p:cNvPr id="7170" name="Picture 2" descr="The Evolution of the Mainframe Computer—to IBM's Latest z16 - News">
            <a:extLst>
              <a:ext uri="{FF2B5EF4-FFF2-40B4-BE49-F238E27FC236}">
                <a16:creationId xmlns:a16="http://schemas.microsoft.com/office/drawing/2014/main" id="{7DF4F7EC-9921-6597-6A8B-ABDE33E5E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2" y="1585913"/>
            <a:ext cx="6619875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984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65C7DC-ABA3-42D8-B669-83FB4CB74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L'architecture Client-Serveur</a:t>
            </a:r>
          </a:p>
        </p:txBody>
      </p:sp>
      <p:pic>
        <p:nvPicPr>
          <p:cNvPr id="2050" name="Picture 2" descr="client-server architecture diagram">
            <a:extLst>
              <a:ext uri="{FF2B5EF4-FFF2-40B4-BE49-F238E27FC236}">
                <a16:creationId xmlns:a16="http://schemas.microsoft.com/office/drawing/2014/main" id="{A54C1449-737F-440A-1DE4-694D90BA2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564" y="1690688"/>
            <a:ext cx="6982872" cy="465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56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0FF388-48D2-9108-8240-8C51B6995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Virtualisation</a:t>
            </a:r>
          </a:p>
        </p:txBody>
      </p:sp>
      <p:pic>
        <p:nvPicPr>
          <p:cNvPr id="3074" name="Picture 2" descr="What is Virtualization">
            <a:extLst>
              <a:ext uri="{FF2B5EF4-FFF2-40B4-BE49-F238E27FC236}">
                <a16:creationId xmlns:a16="http://schemas.microsoft.com/office/drawing/2014/main" id="{A120369D-928B-17E9-55CA-29DD81B29A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21" t="17816"/>
          <a:stretch>
            <a:fillRect/>
          </a:stretch>
        </p:blipFill>
        <p:spPr bwMode="auto">
          <a:xfrm>
            <a:off x="3076575" y="1833563"/>
            <a:ext cx="5419344" cy="374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21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78B50C7-F946-3521-89A0-E28560967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 conteneurisation</a:t>
            </a:r>
          </a:p>
        </p:txBody>
      </p:sp>
      <p:pic>
        <p:nvPicPr>
          <p:cNvPr id="4098" name="Picture 2" descr="La différence entre la virtualisation et la conteneurisation : Interview">
            <a:extLst>
              <a:ext uri="{FF2B5EF4-FFF2-40B4-BE49-F238E27FC236}">
                <a16:creationId xmlns:a16="http://schemas.microsoft.com/office/drawing/2014/main" id="{85A836E5-1B63-C8F5-8805-ECF06964B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1234" y="2688180"/>
            <a:ext cx="5828261" cy="329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ocker Logo, symbol, meaning, history, PNG, brand">
            <a:extLst>
              <a:ext uri="{FF2B5EF4-FFF2-40B4-BE49-F238E27FC236}">
                <a16:creationId xmlns:a16="http://schemas.microsoft.com/office/drawing/2014/main" id="{9FEA6878-3C11-7035-ED1F-D5F377D0F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2505" y="2695465"/>
            <a:ext cx="5828261" cy="3278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654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396AEB6-68AD-07DE-A4FE-326009B42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3" y="331404"/>
            <a:ext cx="11571351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Comment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accéder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à un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serveur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distant  ?</a:t>
            </a:r>
          </a:p>
        </p:txBody>
      </p:sp>
      <p:pic>
        <p:nvPicPr>
          <p:cNvPr id="5124" name="Picture 4" descr="Les clés SSH expliquées : Comment fonctionnent les clés privées et ...">
            <a:extLst>
              <a:ext uri="{FF2B5EF4-FFF2-40B4-BE49-F238E27FC236}">
                <a16:creationId xmlns:a16="http://schemas.microsoft.com/office/drawing/2014/main" id="{6180D827-0296-A020-9273-CD3F7334C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48734" y="2090424"/>
            <a:ext cx="5322642" cy="393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The Beginners' Guide to Using the Linux Terminal - Make Tech Easier">
            <a:extLst>
              <a:ext uri="{FF2B5EF4-FFF2-40B4-BE49-F238E27FC236}">
                <a16:creationId xmlns:a16="http://schemas.microsoft.com/office/drawing/2014/main" id="{1680AC08-541B-FD0B-6A76-96F1ABA66C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1" t="8804" r="7940" b="7057"/>
          <a:stretch>
            <a:fillRect/>
          </a:stretch>
        </p:blipFill>
        <p:spPr bwMode="auto">
          <a:xfrm>
            <a:off x="310236" y="2403325"/>
            <a:ext cx="5828261" cy="3448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1695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236C72-43C8-7C50-5B0D-C2EF02E2A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savoir à quel serveur on parle ?</a:t>
            </a:r>
          </a:p>
        </p:txBody>
      </p:sp>
      <p:pic>
        <p:nvPicPr>
          <p:cNvPr id="6146" name="Picture 2" descr="Understanding the Difference Between Public and Private IP Addresses ...">
            <a:extLst>
              <a:ext uri="{FF2B5EF4-FFF2-40B4-BE49-F238E27FC236}">
                <a16:creationId xmlns:a16="http://schemas.microsoft.com/office/drawing/2014/main" id="{9CC7EC31-EE58-0FC2-661E-C09AFFDA1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2182019"/>
            <a:ext cx="4983957" cy="332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DNS Records Explained [A-Z] - 6 DNS Record Types, DNS Meaning &amp; More ...">
            <a:extLst>
              <a:ext uri="{FF2B5EF4-FFF2-40B4-BE49-F238E27FC236}">
                <a16:creationId xmlns:a16="http://schemas.microsoft.com/office/drawing/2014/main" id="{2702D901-5474-FDF0-5FD2-9E2AE91D6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295" y="1690688"/>
            <a:ext cx="38862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384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C2A925-B90A-C8B0-9C77-961160D6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pratique : Déploiement d’un service de </a:t>
            </a:r>
            <a:r>
              <a:rPr lang="fr-FR" dirty="0" err="1"/>
              <a:t>Chatbot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847C79E-7AA3-AED2-771B-853DFFE6655D}"/>
              </a:ext>
            </a:extLst>
          </p:cNvPr>
          <p:cNvSpPr txBox="1"/>
          <p:nvPr/>
        </p:nvSpPr>
        <p:spPr>
          <a:xfrm>
            <a:off x="4772025" y="2914650"/>
            <a:ext cx="2428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err="1"/>
              <a:t>ssh</a:t>
            </a:r>
            <a:r>
              <a:rPr lang="fr-FR" sz="3200" dirty="0"/>
              <a:t> </a:t>
            </a:r>
            <a:r>
              <a:rPr lang="fr-FR" sz="3200" dirty="0" err="1"/>
              <a:t>user@ip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8745300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51</Words>
  <Application>Microsoft Office PowerPoint</Application>
  <PresentationFormat>Grand écran</PresentationFormat>
  <Paragraphs>11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Thème Office</vt:lpstr>
      <vt:lpstr>[ Tuxae ]</vt:lpstr>
      <vt:lpstr>Introduction</vt:lpstr>
      <vt:lpstr>Les Mainframes</vt:lpstr>
      <vt:lpstr>L'architecture Client-Serveur</vt:lpstr>
      <vt:lpstr>La Virtualisation</vt:lpstr>
      <vt:lpstr>La conteneurisation</vt:lpstr>
      <vt:lpstr>Comment accéder à un serveur distant  ?</vt:lpstr>
      <vt:lpstr>Comment savoir à quel serveur on parle ?</vt:lpstr>
      <vt:lpstr>Cas pratique : Déploiement d’un service de Chatbot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CONSTANCE Titouan</dc:creator>
  <cp:lastModifiedBy>CONSTANCE Titouan</cp:lastModifiedBy>
  <cp:revision>1</cp:revision>
  <dcterms:created xsi:type="dcterms:W3CDTF">2026-02-25T08:07:29Z</dcterms:created>
  <dcterms:modified xsi:type="dcterms:W3CDTF">2026-02-25T14:56:28Z</dcterms:modified>
</cp:coreProperties>
</file>